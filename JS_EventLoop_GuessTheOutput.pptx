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8748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373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JS EVENT LOOP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603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Guess the Output — 10 Challenges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375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 code  •  Microtasks (Promises)  •  Macrotasks (setTimeout &amp; Events)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 Behind Every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EEF1FA"/>
          </a:solidFill>
          <a:ln w="1905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STACK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645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your synchronous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top to bottom,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by line — first.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16916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480560" y="123444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3E9FA"/>
          </a:solidFill>
          <a:ln w="19050">
            <a:solidFill>
              <a:srgbClr val="8134A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4480560" y="13258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134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MICROTASK QUEUE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617720" y="16459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.then() /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async-await continuations.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DRAINS COMPLETELY —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new ones added mid-drain.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1691640"/>
            <a:ext cx="457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8412480" y="1234440"/>
            <a:ext cx="3200400" cy="1371600"/>
          </a:xfrm>
          <a:prstGeom prst="roundRect">
            <a:avLst>
              <a:gd name="adj" fmla="val 5333"/>
            </a:avLst>
          </a:prstGeom>
          <a:solidFill>
            <a:srgbClr val="FFEDE0"/>
          </a:solidFill>
          <a:ln w="1905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84124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D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MACROTASK QUEUE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549640" y="16459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setTimeout, setInterval,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/ event listeners.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runs, then we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microtasks again.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2743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 after ONE macrotask runs, the engine checks the microtask queue again before taking the next macrotask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3375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35204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GOLDEN RULE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3840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Run ALL synchronous code first (top to bottom).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When the call stack is empty, drain the ENTIRE microtask queue — Promises, async/await — even ones created along the way.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Take exactly ONE task from the macrotask queue (setTimeout, a click, etc.) and run it.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Go back to step 2. Repeat forever.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Play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508760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46304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code carefully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3794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mixes sync code, Promises, setTimeout, and sometimes event listeners.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679192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731520" y="2679192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63347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down your guessed output — in order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3008376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say what prints. Say in WHAT ORDER it prints.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3849624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731520" y="3849624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80390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to the answer slide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4178808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color-coded trace: grey = synchronous, purple = microtask, orange = macrotask.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5020056"/>
            <a:ext cx="594360" cy="59436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31520" y="5020056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974336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the reasoning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53492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answer explains WHY — tying back to the Golden Rule on the previous slide.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Warm-up: setTimeout(0)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1418336"/>
          </a:xfrm>
          <a:prstGeom prst="roundRect">
            <a:avLst>
              <a:gd name="adj" fmla="val 386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console.log("B"),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console.log("C");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8813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Warm-up: setTimeout(0)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5876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5876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76088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85816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38581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03136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1286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91286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stack always finishes ALL synchronous code first — that's A, then C.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setTimeout(fn, 0) does NOT mean "run immediately" — it means "queue this in the macrotask queue, to run once the stack is empty."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B is delayed to the very end, even with a 0ms delay.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Promise vs setTimeout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1824736"/>
          </a:xfrm>
          <a:prstGeom prst="roundRect">
            <a:avLst>
              <a:gd name="adj" fmla="val 3007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console.log("2"),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console.log("3"));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console.log("4");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2877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Promise vs setTimeout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9524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09524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12564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2229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2229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9612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4934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4934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66660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7638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67638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code always wins first: 1, then 4.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stack is empty, the MICROTASK queue is drained completely before anything else — so the Promise's .then() ("3") runs next.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every microtask is done does the engine take ONE task from the macrotask queue — the setTimeout ("2") runs last.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Chained .then() — do BOTH beat setTimeout?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2231136"/>
          </a:xfrm>
          <a:prstGeom prst="roundRect">
            <a:avLst>
              <a:gd name="adj" fmla="val 24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console.log("start");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console.log("timeout"),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.then(() =&gt; console.log("promise1"))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.then(() =&gt; console.log("promise2"));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console.log("end");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6941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Chained .then() — do BOTH beat setTimeout?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317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5876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85876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76088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85816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38581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286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91286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3991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43991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start, end.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"promise1" runs first from the microtask queue — and this itself queues "promise2" as a NEW microtask.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rule: the engine keeps draining the microtask queue until it's truly empty — even microtasks added DURING draining. So promise2 also runs before any macrotask.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after both promises are done does "timeout" (macrotask) get its turn.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setTimeouts + one Promise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1621536"/>
          </a:xfrm>
          <a:prstGeom prst="roundRect">
            <a:avLst>
              <a:gd name="adj" fmla="val 3383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console.log("timeout1"),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console.log("timeout2"),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console.log("promise"));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console.log("sync");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0845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Two setTimeouts + one Promise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9524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09524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12564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2229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2229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9612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4934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4934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timeout1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66660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7638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67638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timeout2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"sync" logs immediately — it's the only synchronous console.log here.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microtask queue (the Promise) always drains before ANY macrotask, so "promise" comes next.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macrotask queue is First-In-First-Out — timeout1 was registered before timeout2, so it fires first.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async / await — the hidden .then()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2231136"/>
          </a:xfrm>
          <a:prstGeom prst="roundRect">
            <a:avLst>
              <a:gd name="adj" fmla="val 24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foo() {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console.log("foo start");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null;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console.log("foo end");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console.log("script start");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foo();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console.log("script end");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6941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async / await — the hidden .then()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09524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09524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 start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12564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2229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2229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 start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039612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4934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14934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 end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566660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7638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67638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 end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foo() runs it immediately (synchronously) up until the first 'await' — so "foo start" happens right in the middle of the sync code.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'await' pauses the function and schedules everything AFTER it as a microtask — control returns to whoever called foo().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"script end" (sync) finishes before "foo end" (microtask) gets its turn.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model: 'await x' behaves almost exactly like 'x.then(restOfFunction)'.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handler vs Promise vs setTimeout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2231136"/>
          </a:xfrm>
          <a:prstGeom prst="roundRect">
            <a:avLst>
              <a:gd name="adj" fmla="val 2459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() =&gt; console.log("clicked"));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console.log("B"));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console.log("C"),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console.log("D");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Assume the button is clicked several seconds later —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well after the timeout above has already fired.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6941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Q6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Click handler vs Promise vs setTimeout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317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5876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85876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76088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85816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38581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286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91286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3991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43991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user click is NOT instant to the engine — it's queued as a macrotask, exactly like setTimeout.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first: A, D. Then the microtask (B) drains completely.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fires before "clicked" only because we assumed the click happens seconds later — both are macrotasks, and macrotasks run strictly in the order they actually arrive.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direct answer to 'is addEventListener async?' — yes, and it queues in the SAME macrotask queue as setTimeout.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setTimeout created INSIDE a .then()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2434336"/>
          </a:xfrm>
          <a:prstGeom prst="roundRect">
            <a:avLst>
              <a:gd name="adj" fmla="val 2254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{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console.log("2");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setTimeout(() =&gt; console.log("3"),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console.log("4"),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console.log("5");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38973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Q7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A setTimeout created INSIDE a .then()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3172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23317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749040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5876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85876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276088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385816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538581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03136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91286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91286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330184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43991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843991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1, 5.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queue drains: "2" runs. While it runs, a NEW setTimeout ("3") gets added to the macrotask queue — but only NOW, during the microtask phase.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queue is FIFO by the time each timer was registered: timeout "4" was registered during the original sync code — BEFORE timeout "3" was registered (which only happened during the microtask phase). So 4 goes first.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proves microtasks can create new macrotasks, but they still have to wait their turn at the back of the macrotask line.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Microtasks spawning MORE microtasks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2840736"/>
          </a:xfrm>
          <a:prstGeom prst="roundRect">
            <a:avLst>
              <a:gd name="adj" fmla="val 1931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2438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console.log("B"),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{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console.log("C");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Promise.resolve().then(() =&gt; console.log("D"));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console.log("E"));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console.log("F");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43037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Q8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Microtasks spawning MORE microtasks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568196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56819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985516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09524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309524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12564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2229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62229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039612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14934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614934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566660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7638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67638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093708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203436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20343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Sync: A, F.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queue starts as [→C-block, →E]. First C-block runs, logging "C" — and it queues a brand-new microtask ("D") onto the END of the SAME queue.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queue isn't empty yet (E is still waiting), so the engine keeps draining: "E" runs next, THEN "D" (since D was queued after E).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once the microtask queue is truly, completely empty does the engine move to the macrotask queue: "B" runs last.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clearest proof that ALL microtasks — even ones created while draining — finish before the next macrotask.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btn.click() called by YOUR code not by User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1418336"/>
          </a:xfrm>
          <a:prstGeom prst="roundRect">
            <a:avLst>
              <a:gd name="adj" fmla="val 386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() =&gt; console.log("clicked"));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console.log("A");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btn.click();   // triggered programmatically, not by the user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console.log("B");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28813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Q9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Gotcha: btn.click() called by YOUR code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5876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385876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276088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385816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38581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clicked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03136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1286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91286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exception every student should know: calling element.click() in YOUR code fires the listener SYNCHRONOUSLY, in the same call stack — it does NOT get queued.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different from a real user physically clicking the button, which the browser always queues as a macrotask (see Q6).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thumb: it's not 'addEventListener is async' — it's 'the EVENT DISPATCH decides sync vs async'. A genuine user/browser-triggered event is async; a script calling .click()/.dispatchEvent() runs it inline.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: everything together</a:t>
            </a:r>
            <a:endParaRPr lang="en-US" sz="2300" dirty="0"/>
          </a:p>
        </p:txBody>
      </p:sp>
      <p:sp>
        <p:nvSpPr>
          <p:cNvPr id="5" name="Shape 3"/>
          <p:cNvSpPr/>
          <p:nvPr/>
        </p:nvSpPr>
        <p:spPr>
          <a:xfrm>
            <a:off x="1737360" y="1188720"/>
            <a:ext cx="8686800" cy="4466336"/>
          </a:xfrm>
          <a:prstGeom prst="roundRect">
            <a:avLst>
              <a:gd name="adj" fmla="val 1228"/>
            </a:avLst>
          </a:prstGeom>
          <a:solidFill>
            <a:srgbClr val="1E1E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1965960" y="1389888"/>
            <a:ext cx="8229600" cy="406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console.log("1");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btn.addEventListener("click", () =&gt; console.log("2 (click)"));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function run() {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console.log("3");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await Promise.resolve();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console.log("4");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setTimeout(() =&gt; console.log("5"), 0);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run();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Promise.resolve().then(() =&gt; console.log("6"));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console.log("7");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Assume the button is clicked several seconds later,</a:t>
            </a:r>
            <a:endParaRPr lang="en-US" sz="125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well after everything above has finished.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1737360" y="5929376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  What gets printed to the console, and in what order?</a:t>
            </a:r>
            <a:endParaRPr lang="en-US" sz="1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B8A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365760" y="109728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Q10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09728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— Final Boss: everything together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order: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0467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0467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221992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3172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233172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749040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858768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3858768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276088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385816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5385816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803136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12864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6912864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30184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439912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439912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857232" y="1371600"/>
            <a:ext cx="1097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966960" y="1371600"/>
            <a:ext cx="1417320" cy="502920"/>
          </a:xfrm>
          <a:prstGeom prst="roundRect">
            <a:avLst>
              <a:gd name="adj" fmla="val 12727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966960" y="137160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(click)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53415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607D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380847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Synchronous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31723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8134A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559155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(Promise)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00316" y="2039112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FF6D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7374636" y="199339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Macrotask (setTimeout / event)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2587752"/>
            <a:ext cx="11274552" cy="3950208"/>
          </a:xfrm>
          <a:prstGeom prst="roundRect">
            <a:avLst>
              <a:gd name="adj" fmla="val 1389"/>
            </a:avLst>
          </a:prstGeom>
          <a:solidFill>
            <a:srgbClr val="F4F6FC"/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685800" y="2770632"/>
            <a:ext cx="10835640" cy="3584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run: "1" logs. run() is CALLED, which synchronously logs "3" before hitting 'await' — then pauses. Back in the main script: "7" logs last.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Microtask queue order matters: run()'s 'await' queued its continuation ("4") FIRST, before the explicit Promise.resolve().then() ("6") was even reached — so "4" runs before "6".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microtasks are empty, the macrotask queue runs: the setTimeout ("5") fires — it was scheduled minutes before the click.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▸"/>
            </a:pPr>
            <a:r>
              <a:rPr lang="en-US" sz="13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click, happening seconds later in real time, is simply the last macrotask to arrive — "2 (click)" is last.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28600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You've Got the Event Loop ✅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00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first. Microtasks drain completely. One macrotask at a time. Repeat.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addEventListener callbacks ARE asynchronous — they queue in the macrotask queue, just like setTimeout. That's why we still call them a different flavor of async than Promises, which get microtask priority.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2294</Words>
  <Application>Microsoft Macintosh PowerPoint</Application>
  <PresentationFormat>Widescreen</PresentationFormat>
  <Paragraphs>367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Gaurav Raj</cp:lastModifiedBy>
  <cp:revision>4</cp:revision>
  <dcterms:created xsi:type="dcterms:W3CDTF">2026-09-01T18:48:11Z</dcterms:created>
  <dcterms:modified xsi:type="dcterms:W3CDTF">2026-09-02T06:18:27Z</dcterms:modified>
</cp:coreProperties>
</file>