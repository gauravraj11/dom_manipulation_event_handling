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274320"/>
            <a:ext cx="32918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5943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98448" y="758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HTMLCollection vs. Array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9E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.forEach() breaks on getElementsByClassName()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HTML page, its CSS, and a JavaScript file — watch forEach fail on a live HTMLCollection, then work the moment it's converted with Array.from().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005840" cy="0"/>
          </a:xfrm>
          <a:prstGeom prst="line">
            <a:avLst/>
          </a:prstGeom>
          <a:noFill/>
          <a:ln w="3810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D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•  style.css  •  script.js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· INDEX.HTML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elements sharing one class: .item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href="style.css"&gt;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class="item"&gt;Apple&lt;/div&gt;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class="item"&gt;Banana&lt;/div&gt;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class="item"&gt;Cherry&lt;/div&gt;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class="item"&gt;Dates&lt;/div&gt;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src="script.js"&gt;&lt;/script&gt;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
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2832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58984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58984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10528" y="2862072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&lt;div&gt; elements share the same class — that's exactly what getElementsByClassName("item") will target.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· STYLE.CSS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CSS just makes .item visible — nothing more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ON BROWSER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16px;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8px;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#F7DF1E;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6px;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sans-serif;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99616"/>
            <a:ext cx="5394960" cy="384048"/>
          </a:xfrm>
          <a:prstGeom prst="roundRect">
            <a:avLst>
              <a:gd name="adj" fmla="val 16667"/>
            </a:avLst>
          </a:prstGeom>
          <a:solidFill>
            <a:srgbClr val="F1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91640"/>
            <a:ext cx="5394960" cy="192024"/>
          </a:xfrm>
          <a:prstGeom prst="rect">
            <a:avLst/>
          </a:prstGeom>
          <a:solidFill>
            <a:srgbClr val="F1F1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1641348"/>
            <a:ext cx="100584" cy="100584"/>
          </a:xfrm>
          <a:prstGeom prst="ellipse">
            <a:avLst/>
          </a:prstGeom>
          <a:solidFill>
            <a:srgbClr val="F066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41348"/>
            <a:ext cx="100584" cy="100584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84848" y="1641348"/>
            <a:ext cx="100584" cy="100584"/>
          </a:xfrm>
          <a:prstGeom prst="ellipse">
            <a:avLst/>
          </a:prstGeom>
          <a:solidFill>
            <a:srgbClr val="5FD3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72768"/>
            <a:ext cx="42976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10528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 w="12700">
            <a:solidFill>
              <a:srgbClr val="8A7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26680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 w="12700">
            <a:solidFill>
              <a:srgbClr val="8A7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2832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 w="12700">
            <a:solidFill>
              <a:srgbClr val="8A7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58984" y="217627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7DF1E"/>
          </a:solidFill>
          <a:ln w="12700">
            <a:solidFill>
              <a:srgbClr val="8A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58984" y="21762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10528" y="2862072"/>
            <a:ext cx="4809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cosmetic — this styling has no effect on how JavaScript selects or iterates over these elements.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getElementsByClassName() returns an HTMLCollection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document.getElementsByClassName("item");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console.log(items);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console.log(items.length);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console.log(items[0]);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7182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97510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HTMLCollection(4) [item, item, item, item]
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
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class="item"&gt;Apple&lt;/div&gt;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3282696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429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3739896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array-like — it has a .length and you can index into it with items[0] — but its real type is HTMLCollection, not Array.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— .forEach() isn't on HTMLCollection.prototype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document.getElementsByClassName("item");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items.forEach((item) =&gt; {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console.log(item.textContent);
</a:t>
            </a:r>
            <a:pPr algn="l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7182B"/>
          </a:solidFill>
          <a:ln w="19050">
            <a:solidFill>
              <a:srgbClr val="F066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97510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9C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Uncaught TypeError: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items.forEach is not a function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099816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2461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3557016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forEach, map, filter and reduce all live on Array.prototype. An HTMLCollection was never built as a real Array, so none of those methods exist on it — JavaScript throws immediately.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— Array.from() builds a real array copy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document.getElementsByClassName("item");
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itemsArray = Array.from(items);
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console.log(itemsArray);
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console.log(Array.isArray(itemsArray));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7182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97510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Array(4) [item, item, item, item]
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282696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429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3739896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Array.from() takes anything array-like or iterable and copies it into a genuine Array — same 4 elements, but now Array.isArray() confirms it's the real thing.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·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.forEach() runs without any error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207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99616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7182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82496"/>
            <a:ext cx="488289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document.getElementsByClassName("item");
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itemsArray = Array.from(items);
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
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itemsArray.forEach((item) =&gt; {
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console.log(item.textContent);
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4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99616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7182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975104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F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Apple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F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Banana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F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Cherry
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F0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Dates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3648456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4F4F9"/>
          </a:solidFill>
          <a:ln w="12700">
            <a:solidFill>
              <a:srgbClr val="E2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794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4105656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itemsArray is a true Array, so every array method — forEach included — is available and runs exactly as expected, once per element.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HTMLCollection vs. Array — side by side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26480" y="1143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HTMLCollection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052560" y="1143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064240" cy="713232"/>
          </a:xfrm>
          <a:prstGeom prst="rect">
            <a:avLst/>
          </a:prstGeom>
          <a:solidFill>
            <a:srgbClr val="2A2B4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.length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60020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52560" y="160020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313432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access  items[0]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31343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52560" y="231343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064240" cy="713232"/>
          </a:xfrm>
          <a:prstGeom prst="rect">
            <a:avLst/>
          </a:prstGeom>
          <a:solidFill>
            <a:srgbClr val="2A2B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26664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Array.isArray()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302666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302666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739896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/ map / filter / reduce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73989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available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373989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available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11064240" cy="713232"/>
          </a:xfrm>
          <a:prstGeom prst="rect">
            <a:avLst/>
          </a:prstGeom>
          <a:solidFill>
            <a:srgbClr val="2A2B4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453128"/>
            <a:ext cx="5212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sync with the live DOM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445312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(live)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52560" y="445312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(static copy)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HTMLCOLLECTION VS ARRAY  ·  A forEach() CASE STUDY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22960" y="274320"/>
            <a:ext cx="3291840" cy="630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272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394960" y="1371600"/>
            <a:ext cx="640080" cy="64008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of thumb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194560" y="324612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2A2B4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3246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Array.from(collection)   or   [...collection]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43434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7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 method that returns an HTMLCollection or NodeList — getElementsByClassName, getElementsByTagName, and more — needs this conversion before array methods will work on it.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2026-08-18T19:18:52Z</dcterms:created>
  <dcterms:modified xsi:type="dcterms:W3CDTF">2026-08-18T19:18:52Z</dcterms:modified>
</cp:coreProperties>
</file>