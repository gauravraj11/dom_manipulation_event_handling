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77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98448" y="758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textContent vs. innerText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innerHTML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element, three different ways to read and write its content — and why picking the wrong one can silently break your page or open it up to injection.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00584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•  style.css  •  script.js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· INDEX.HTML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box, some bold/italic text, and one hidden span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id="box"&gt;
  &lt;b&gt;Bold&lt;/b&gt; and &lt;i&gt;italic&lt;/i&gt;
  &lt;span style="display:none"&gt;
    (hidden)
  &lt;/span&gt;
&lt;/div&gt;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01968" y="2176272"/>
            <a:ext cx="462686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2313432"/>
            <a:ext cx="4261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4848" y="2724912"/>
            <a:ext cx="4261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3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 — display:none, not visible)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10528" y="3364992"/>
            <a:ext cx="4809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&lt;span&gt; is real content in the DOM — it's just never painted on screen because of display:none.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VS innerText VS innerHTML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same element three different 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box = document.getElementById("box");
console.log(box.textContent);
console.log(box.innerText);
console.log(box.innerHTML);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71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975104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"Bold and italic (hidden)"
"Bold and italic"
"&lt;b&gt;Bold&lt;/b&gt; and &lt;i&gt;italic&lt;/i&gt;
 &lt;span style=\"display:none\"&gt;..."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648456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3794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4105656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grabs every text node, hidden or not. </a:t>
            </a:r>
          </a:p>
          <a:p>
            <a:pPr marL="0" indent="0">
              <a:lnSpc>
                <a:spcPct val="132000"/>
              </a:lnSpc>
              <a:buNone/>
            </a:pPr>
            <a:endParaRPr lang="en-US" sz="1250" dirty="0">
              <a:solidFill>
                <a:srgbClr val="2B2B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 err="1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innerText</a:t>
            </a: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returns what's actually rendered on screen — the hidden span is excluded. </a:t>
            </a:r>
          </a:p>
          <a:p>
            <a:pPr marL="0" indent="0">
              <a:lnSpc>
                <a:spcPct val="132000"/>
              </a:lnSpc>
              <a:buNone/>
            </a:pPr>
            <a:endParaRPr lang="en-US" sz="1250" dirty="0">
              <a:solidFill>
                <a:srgbClr val="2B2B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 err="1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</a:t>
            </a: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raw markup instead of plain text, tags and all.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VS innerText VS innerHTML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.textContent — HTML tags get disabled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box.textContent = "&lt;b&gt;New&lt;/b&gt; content";
console.log(box.innerHTML);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01968" y="2176272"/>
            <a:ext cx="462686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2450592"/>
            <a:ext cx="4261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&lt;b&gt;New&lt;/b&gt; content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3342132"/>
            <a:ext cx="480974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treats its value as plain text only — it never parses HTML. 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050" i="1" dirty="0">
              <a:solidFill>
                <a:srgbClr val="6B6B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&lt;b&gt; tags are escaped and shown literally as visible characters, not rendered as bold. This is what keeps textContent safe from injection.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VS innerText VS innerHTML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.innerHTML — the exact same string, now rendered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box.innerHTML = "&lt;b&gt;New&lt;/b&gt; content";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01968" y="2176272"/>
            <a:ext cx="462686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2450592"/>
            <a:ext cx="4261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364992"/>
            <a:ext cx="4809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parses its value as real markup — the same &lt;b&gt; tag now actually renders bold text. Reach for this only when the string is trusted or sanitized; untrusted input here is a classic XSS vector.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VS innerText VS innerHTML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textContent vs. innerText vs. innerHTML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0" y="1097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60920" y="1097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09760" y="1097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99616"/>
            <a:ext cx="11064240" cy="777240"/>
          </a:xfrm>
          <a:prstGeom prst="rect">
            <a:avLst/>
          </a:prstGeom>
          <a:solidFill>
            <a:srgbClr val="2A2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hidden (display:none)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60920" y="15544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9760" y="15544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(returns markup)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tags when you SET a value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2331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escaped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331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escaped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331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rendered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11064240" cy="777240"/>
          </a:xfrm>
          <a:prstGeom prst="rect">
            <a:avLst/>
          </a:prstGeom>
          <a:solidFill>
            <a:srgbClr val="2A2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layout reflow to read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12080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0920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09760" y="3108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3886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from HTML/script injection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38862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38862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09760" y="3886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VS innerText VS innerHTML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2296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394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thumb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3063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safe &amp; fast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3063240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2A2B40"/>
          </a:solidFill>
          <a:ln w="15875">
            <a:solidFill>
              <a:srgbClr val="5FD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3721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visible, on-screen 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372160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2A2B40"/>
          </a:solidFill>
          <a:ln w="15875">
            <a:solidFill>
              <a:srgbClr val="6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3721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4379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markup (trusted / sanitized input)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379976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2A2B40"/>
          </a:solidFill>
          <a:ln w="15875">
            <a:solidFill>
              <a:srgbClr val="F06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43799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52669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C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textContent unless you specifically need rendered HTML or only the visible text.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617</Words>
  <Application>Microsoft Macintosh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2</cp:revision>
  <dcterms:created xsi:type="dcterms:W3CDTF">2026-08-18T19:29:36Z</dcterms:created>
  <dcterms:modified xsi:type="dcterms:W3CDTF">2026-08-18T19:43:30Z</dcterms:modified>
</cp:coreProperties>
</file>