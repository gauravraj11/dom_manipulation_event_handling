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20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MANIPULATION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Code Challenge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mini clones of apps you use every day  •  Instagram  •  Zomato  •  Amazon  •  Ola  •  Netflix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the HTML + CSS. You write the JavaScript.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Revision — JS DOM &amp; Event Methods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770632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16152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document.getElementById()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18488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one element by its id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10128" y="1143000"/>
            <a:ext cx="2770632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19856" y="1216152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document.getElementsByClassName()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419856" y="1618488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all elements with a class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63056" y="1143000"/>
            <a:ext cx="2770632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72784" y="1216152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document.getElementsByTagName()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72784" y="1618488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all elements of a tag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015984" y="1143000"/>
            <a:ext cx="2770632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25712" y="1216152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125712" y="1618488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first match of a CSS selector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258568"/>
            <a:ext cx="2770632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233172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document.querySelectorAll()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2734056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all matches of a selector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10128" y="2258568"/>
            <a:ext cx="2770632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19856" y="233172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element.getAttribute()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419856" y="2734056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 attribute's value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63056" y="2258568"/>
            <a:ext cx="2770632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72784" y="233172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element.setAttribute()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272784" y="2734056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Sets/creates an attribute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15984" y="2258568"/>
            <a:ext cx="2770632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25712" y="233172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element.removeAttribute()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25712" y="2734056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an attribute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374136"/>
            <a:ext cx="2770632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3447288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classList.add()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3849624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CSS class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10128" y="3374136"/>
            <a:ext cx="2770632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19856" y="3447288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classList.remove()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3419856" y="3849624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 CSS class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63056" y="3374136"/>
            <a:ext cx="2770632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72784" y="3447288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classList.toggle()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272784" y="3849624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a class on/off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015984" y="3374136"/>
            <a:ext cx="2770632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125712" y="3447288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classList.contains()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9125712" y="3849624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a class exists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4489704"/>
            <a:ext cx="2770632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66928" y="4562856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element.textContent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4965192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Reads/sets plain text inside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310128" y="4489704"/>
            <a:ext cx="2770632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419856" y="4562856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element.innerHTML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3419856" y="4965192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Reads/sets HTML markup inside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63056" y="4489704"/>
            <a:ext cx="2770632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272784" y="4562856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element.style.property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6272784" y="4965192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an inline CSS style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015984" y="4489704"/>
            <a:ext cx="2770632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125712" y="4562856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addEventListener()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9125712" y="4965192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function on an event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57200" y="5605272"/>
            <a:ext cx="2770632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66928" y="5678424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element.dataset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566928" y="6080760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data-* attributes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310128" y="5605272"/>
            <a:ext cx="2770632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419856" y="5678424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document.createElement()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3419856" y="6080760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element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163056" y="5605272"/>
            <a:ext cx="2770632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272784" y="5678424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parent.appendChild()</a:t>
            </a:r>
            <a:endParaRPr lang="en-US" sz="1150" dirty="0"/>
          </a:p>
        </p:txBody>
      </p:sp>
      <p:sp>
        <p:nvSpPr>
          <p:cNvPr id="59" name="Text 57"/>
          <p:cNvSpPr txBox="1"/>
          <p:nvPr/>
        </p:nvSpPr>
        <p:spPr>
          <a:xfrm>
            <a:off x="6272784" y="6080760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a node into the DOM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9015984" y="5605272"/>
            <a:ext cx="2770632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125712" y="5678424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parent.removeChild()</a:t>
            </a:r>
            <a:endParaRPr lang="en-US" sz="1150" dirty="0"/>
          </a:p>
        </p:txBody>
      </p:sp>
      <p:sp>
        <p:nvSpPr>
          <p:cNvPr id="62" name="Text 60"/>
          <p:cNvSpPr txBox="1"/>
          <p:nvPr/>
        </p:nvSpPr>
        <p:spPr>
          <a:xfrm>
            <a:off x="9125712" y="6080760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 node from the DOM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4630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HTML + CSS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3794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gives you a ready index.html and style.css. Copy both into your own folder — don't change them.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679192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6791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6334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the two screenshots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008376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“Before” is what loads first. “After” is what it should look like once your JavaScript runs and the user interacts with 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849624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84962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8039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script.js yourself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17880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getElementById / querySelector to grab elements, addEventListener to catch the click, and classList / textContent / setAttribute to make the change.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20056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50200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9743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53492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in your browser, click around, and check it matches the “After” screenshot exactly.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DD2A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 Instagram — Like Button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9601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the heart should toggle it filled/outline and update the like count by 1.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37160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 you'll likely need:  querySelector • classList.toggle • classList.contains • textContent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2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6903720" cy="2331720"/>
          </a:xfrm>
          <a:prstGeom prst="roundRect">
            <a:avLst>
              <a:gd name="adj" fmla="val 1569"/>
            </a:avLst>
          </a:prstGeom>
          <a:solidFill>
            <a:srgbClr val="1E1E1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488" y="2194560"/>
            <a:ext cx="66842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normAutofit/>
          </a:bodyPr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class="insta-card"&gt;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class="insta-header"&gt;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class="insta-avatar"&gt;SK&lt;/div&gt;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class="insta-username"&gt;shreya.codes&lt;/div&gt;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class="insta-post-image"&gt;🏔️&lt;/div&gt;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class="insta-actions"&gt;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&lt;span id="heart" class="icon heart"&gt;&amp;#9825;&lt;/span&gt;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&lt;span class="icon"&gt;&amp;#128172;&lt;/span&gt;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&lt;span class="icon"&gt;&amp;#10148;&lt;/span&gt;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 class="likes-count" id="likesCount"&gt;120 likes&lt;/p&gt;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 class="caption"&gt;&lt;b&gt;shreya.codes&lt;/b&gt; Chasing sunsets 🌄&lt;/p&gt;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4572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2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4864608"/>
            <a:ext cx="6903720" cy="1965960"/>
          </a:xfrm>
          <a:prstGeom prst="roundRect">
            <a:avLst>
              <a:gd name="adj" fmla="val 1860"/>
            </a:avLst>
          </a:prstGeom>
          <a:solidFill>
            <a:srgbClr val="1E1E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" y="4937760"/>
            <a:ext cx="66842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normAutofit/>
          </a:bodyPr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 margin:0; padding:0; box-sizing:border-box;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 font-family: 'Segoe UI', Arial, sans-serif; background:#fafafa; display:flex; justify-content:center; padding:40px 0;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.insta-card { width:320px; background:#fff; border:1px solid #dbdbdb; border-radius:8px; overflow:hidden;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.insta-header { display:flex; align-items:center; gap:10px; padding:10px 12px;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.insta-avatar { width:34px; height:34px; border-radius:50%; background:linear-gradient(45deg,#f58529,#dd2a7b,#8134af,#515bd4); display:flex; align-items:center; justify-content:center; color:#fff; font-weight:bold; font-size:14px;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.insta-username { font-weight:600; font-size:14px;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.insta-post-image { height:320px; background:linear-gradient(135deg,#a1c4fd,#c2e9fb); display:flex; align-items:center; justify-content:center; font-size:70px;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.insta-actions { display:flex; align-items:center; gap:14px; padding:10px 12px 0 12px;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.icon { font-size:26px; cursor:pointer; user-select:none; color:#262626; transition:transform 0.15s ease;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.icon.heart.liked { color:#ed4956;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.icon:active { transform:scale(1.2);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.likes-count { font-weight:600; font-size:14px; padding:8px 12px 4px 12px;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.caption { font-size:14px; padding:0 12px 14px 12px; color:#262626;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.caption b { margin-right:4px; }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1828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 (page loads)</a:t>
            </a:r>
            <a:endParaRPr lang="en-US" sz="1200" dirty="0"/>
          </a:p>
        </p:txBody>
      </p:sp>
      <p:pic>
        <p:nvPicPr>
          <p:cNvPr id="14" name="Image 0" descr="/home/claude/shots/q1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9660" y="2121408"/>
            <a:ext cx="1874520" cy="224942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543800" y="43708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2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 (your JS working)</a:t>
            </a:r>
            <a:endParaRPr lang="en-US" sz="1200" dirty="0"/>
          </a:p>
        </p:txBody>
      </p:sp>
      <p:pic>
        <p:nvPicPr>
          <p:cNvPr id="16" name="Image 1" descr="/home/claude/shots/q1_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9660" y="4690872"/>
            <a:ext cx="1874520" cy="22494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🍛  Zomato — Add to Cart Stepper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9601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should turn into a −/+ stepper. +/− should change quantity and update the cart total. Qty 0 should bring ADD back.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37160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 you'll likely need:  getElementById • classList.add/remove • textContent • parseInt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6903720" cy="2331720"/>
          </a:xfrm>
          <a:prstGeom prst="roundRect">
            <a:avLst>
              <a:gd name="adj" fmla="val 1569"/>
            </a:avLst>
          </a:prstGeom>
          <a:solidFill>
            <a:srgbClr val="1E1E1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488" y="2194560"/>
            <a:ext cx="66842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normAutofit/>
          </a:bodyPr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class="nav-cart"&gt;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&lt;span&gt;🛒 Cart&lt;/span&gt;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 id="cartTotal"&gt;₹0&lt;/span&gt;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class="food-card"&gt;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class="food-img"&gt;🍛&lt;/div&gt;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class="food-info"&gt;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&lt;h3&gt;Paneer Butter Masala&lt;/h3&gt;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 class="rating"&gt;⭐ 4.4 (2.1k orders)&lt;/p&gt;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class="price-row"&gt;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&lt;span class="price"&gt;₹250&lt;/span&gt;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id="addBtn" class="add-btn"&gt;ADD&lt;/button&gt;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&lt;div id="stepper" class="stepper hidden"&gt;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&lt;button id="decreaseBtn"&gt;−&lt;/button&gt;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&lt;span id="qty"&gt;1&lt;/span&gt;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&lt;button id="increaseBtn"&gt;+&lt;/button&gt;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&lt;/div&gt;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4572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4864608"/>
            <a:ext cx="6903720" cy="1965960"/>
          </a:xfrm>
          <a:prstGeom prst="roundRect">
            <a:avLst>
              <a:gd name="adj" fmla="val 1860"/>
            </a:avLst>
          </a:prstGeom>
          <a:solidFill>
            <a:srgbClr val="1E1E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" y="4937760"/>
            <a:ext cx="66842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normAutofit/>
          </a:bodyPr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 margin:0; padding:0; box-sizing:border-box;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 font-family: 'Segoe UI', Arial, sans-serif; background:#fff8f0; display:flex; flex-direction:column; align-items:center; padding:30px 0;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.nav-cart { width:300px; background:#e23744; color:#fff; padding:10px 16px; border-radius:8px; font-weight:600; margin-bottom:20px; display:flex; justify-content:space-between;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.food-card { width:300px; background:#fff; border-radius:12px; box-shadow:0 2px 10px rgba(0,0,0,0.08); overflow:hidden;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.food-img { height:160px; background:linear-gradient(135deg,#ffd6a5,#ff9a6c); display:flex; align-items:center; justify-content:center; font-size:64px;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.food-info { padding:14px 16px;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.food-info h3 { font-size:17px; color:#3d3d3d;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.food-info .rating { color:#0b8a3d; font-size:13px; font-weight:600; margin:4px 0;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.price-row { display:flex; justify-content:space-between; align-items:center; margin-top:10px; position:relative;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.price { font-size:16px; font-weight:700; color:#3d3d3d;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.add-btn { background:#fff; border:1px solid #e23744; color:#e23744; font-weight:700; padding:8px 22px; border-radius:8px; cursor:pointer; font-size:14px;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.stepper { display:flex; align-items:center; gap:14px; background:#e23744; color:#fff; border-radius:8px; padding:6px 14px;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.stepper button { background:none; border:none; color:#fff; font-size:18px; font-weight:700; cursor:pointer;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.hidden { display:none; }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1828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 (page loads)</a:t>
            </a:r>
            <a:endParaRPr lang="en-US" sz="1200" dirty="0"/>
          </a:p>
        </p:txBody>
      </p:sp>
      <p:pic>
        <p:nvPicPr>
          <p:cNvPr id="14" name="Image 0" descr="/home/claude/shots/q2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9932" y="2121408"/>
            <a:ext cx="2093976" cy="219456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543800" y="43159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 (your JS working)</a:t>
            </a:r>
            <a:endParaRPr lang="en-US" sz="1200" dirty="0"/>
          </a:p>
        </p:txBody>
      </p:sp>
      <p:pic>
        <p:nvPicPr>
          <p:cNvPr id="16" name="Image 1" descr="/home/claude/shots/q2_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932" y="4636008"/>
            <a:ext cx="2093976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EBD6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👟  Amazon — Wishlist + Add to Cart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9601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icon should toggle wishlist state and update the navbar count. Add to Cart should change its own text, disable itself, and bump the cart badge.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37160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 you'll likely need:  classList.toggle • setAttribute • getAttribute • innerHTML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E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6903720" cy="2331720"/>
          </a:xfrm>
          <a:prstGeom prst="roundRect">
            <a:avLst>
              <a:gd name="adj" fmla="val 1569"/>
            </a:avLst>
          </a:prstGeom>
          <a:solidFill>
            <a:srgbClr val="1E1E1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488" y="2194560"/>
            <a:ext cx="66842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normAutofit/>
          </a:bodyPr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class="navbar"&gt;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class="brand"&gt;amazan&lt;/div&gt;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class="nav-icons"&gt;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&lt;span&gt;♡ &lt;span id="wishCount" class="count"&gt;0&lt;/span&gt;&lt;/span&gt;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&lt;span&gt;🛒 &lt;span id="cartCount" class="count"&gt;0&lt;/span&gt;&lt;/span&gt;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class="product-card"&gt;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 id="wishlistIcon" class="wishlist-icon"&gt;&amp;#9825;&lt;/span&gt;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class="product-img"&gt;👟&lt;/div&gt;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&lt;h3&gt;Men's Running Shoes&lt;/h3&gt;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 class="price"&gt;1,999&lt;/p&gt;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id="addToCartBtn"&gt;Add to Cart&lt;/button&gt;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4572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E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4864608"/>
            <a:ext cx="6903720" cy="1965960"/>
          </a:xfrm>
          <a:prstGeom prst="roundRect">
            <a:avLst>
              <a:gd name="adj" fmla="val 1860"/>
            </a:avLst>
          </a:prstGeom>
          <a:solidFill>
            <a:srgbClr val="1E1E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" y="4937760"/>
            <a:ext cx="66842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normAutofit/>
          </a:bodyPr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 margin:0; padding:0; box-sizing:border-box;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 font-family: 'Segoe UI', Arial, sans-serif; background:#eaeded; display:flex; flex-direction:column; align-items:center;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.navbar { width:100%; background:#131921; color:#fff; display:flex; justify-content:space-between; align-items:center; padding:14px 40px;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.brand { font-size:20px; font-weight:700; letter-spacing:1px;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.nav-icons { display:flex; gap:26px; font-size:18px;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.nav-icons span.count { background:#febd69; color:#131921; border-radius:50%; padding:1px 7px; font-size:12px; font-weight:700; margin-left:4px;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.product-card { width:280px; background:#fff; border-radius:10px; margin-top:36px; padding:18px; position:relative; box-shadow:0 2px 8px rgba(0,0,0,0.08);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.wishlist-icon { position:absolute; top:14px; right:14px; font-size:24px; cursor:pointer; color:#555;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.wishlist-icon.active { color:#e23744;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.product-img { height:150px; display:flex; align-items:center; justify-content:center; font-size:70px; background:#f5f5f5; border-radius:8px;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.product-card h3 { margin-top:14px; font-size:16px; color:#0f1111;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.product-card .price { font-size:20px; font-weight:700; color:#0f1111; margin:8px 0 14px 0;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.product-card .price::before { content:"₹";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#addToCartBtn { width:100%; background:#ffd814; border:1px solid #fcd200; border-radius:20px; padding:10px; font-weight:600; cursor:pointer; font-size:14px; color:#0f1111;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#addToCartBtn.added { background:#dcf5dc; border-color:#0b8a3d; color:#0b8a3d; cursor:default; }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1828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 (page loads)</a:t>
            </a:r>
            <a:endParaRPr lang="en-US" sz="1200" dirty="0"/>
          </a:p>
        </p:txBody>
      </p:sp>
      <p:pic>
        <p:nvPicPr>
          <p:cNvPr id="14" name="Image 0" descr="/home/claude/shots/q3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5652" y="2121408"/>
            <a:ext cx="2002536" cy="22860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543800" y="44074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 (your JS working)</a:t>
            </a:r>
            <a:endParaRPr lang="en-US" sz="1200" dirty="0"/>
          </a:p>
        </p:txBody>
      </p:sp>
      <p:pic>
        <p:nvPicPr>
          <p:cNvPr id="16" name="Image 1" descr="/home/claude/shots/q3_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5652" y="4727448"/>
            <a:ext cx="2002536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3D8B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🚕  Ola — Dark Mode + Book Ride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9601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button should toggle dark mode on card + page. Book Ride should disable itself, show a searching message, then confirm after a short delay.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37160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 you'll likely need:  classList.toggle • addEventListener • setTimeout • disabled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8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6903720" cy="2331720"/>
          </a:xfrm>
          <a:prstGeom prst="roundRect">
            <a:avLst>
              <a:gd name="adj" fmla="val 1569"/>
            </a:avLst>
          </a:prstGeom>
          <a:solidFill>
            <a:srgbClr val="1E1E1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488" y="2194560"/>
            <a:ext cx="66842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normAutofit/>
          </a:bodyPr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class="ride-card" id="rideCard"&gt;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class="theme-toggle"&gt;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id="themeBtn"&gt;🌙 Dark Mode&lt;/button&gt;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 class="ride-title"&gt;🚕 Ola Mini&lt;/h2&gt;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 class="fare"&gt;Estimated fare: ₹180 · 12 min away&lt;/p&gt;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id="bookBtn"&gt;Book Ride&lt;/button&gt;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 id="status" class="status"&gt;&lt;/p&gt;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4572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8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4864608"/>
            <a:ext cx="6903720" cy="1965960"/>
          </a:xfrm>
          <a:prstGeom prst="roundRect">
            <a:avLst>
              <a:gd name="adj" fmla="val 1860"/>
            </a:avLst>
          </a:prstGeom>
          <a:solidFill>
            <a:srgbClr val="1E1E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" y="4937760"/>
            <a:ext cx="66842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normAutofit/>
          </a:bodyPr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 margin:0; padding:0; box-sizing:border-box;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 font-family: 'Segoe UI', Arial, sans-serif; background:#f4f4f4; display:flex; justify-content:center; align-items:center; height:100vh; transition:background 0.3s ease;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body.dark { background:#121212;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.ride-card { width:320px; background:#fff; border-radius:14px; padding:22px; box-shadow:0 4px 16px rgba(0,0,0,0.1); border:3px solid transparent; transition:all 0.3s ease;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.ride-card.dark { background:#1e1e1e; color:#f1f1f1;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.ride-card.confirmed { border-color:#0b8a3d;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.theme-toggle { text-align:right; margin-bottom:10px;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#themeBtn { background:#222; color:#fff; border:none; padding:6px 12px; border-radius:20px; font-size:12px; cursor:pointer;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.ride-card.dark #themeBtn { background:#f1f1f1; color:#222;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.ride-title { font-size:20px; margin-bottom:6px;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.fare { color:#666; margin-bottom:18px; font-size:14px;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.ride-card.dark .fare { color:#bbb;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#bookBtn { width:100%; background:#3d8b40; color:#fff; border:none; padding:12px; border-radius:8px; font-size:15px; font-weight:600; cursor:pointer;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#bookBtn:disabled { background:#8fbf90; cursor:not-allowed;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.status { margin-top:14px; font-size:14px; font-weight:600; min-height:20px; color:#3d8b40; }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1828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 (page loads)</a:t>
            </a:r>
            <a:endParaRPr lang="en-US" sz="1200" dirty="0"/>
          </a:p>
        </p:txBody>
      </p:sp>
      <p:pic>
        <p:nvPicPr>
          <p:cNvPr id="14" name="Image 0" descr="/home/claude/shots/q4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7928" y="2121408"/>
            <a:ext cx="2157984" cy="20116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543800" y="41330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8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 (your JS working)</a:t>
            </a:r>
            <a:endParaRPr lang="en-US" sz="1200" dirty="0"/>
          </a:p>
        </p:txBody>
      </p:sp>
      <p:pic>
        <p:nvPicPr>
          <p:cNvPr id="16" name="Image 1" descr="/home/claude/shots/q4_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28" y="4453128"/>
            <a:ext cx="2157984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 Netflix — Star Rating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9601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 star should fill it and every star before it, clear the rest, and show 'You rated X/5'.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37160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 you'll likely need:  querySelectorAll • forEach • dataset/getAttribute • classList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6903720" cy="2331720"/>
          </a:xfrm>
          <a:prstGeom prst="roundRect">
            <a:avLst>
              <a:gd name="adj" fmla="val 1569"/>
            </a:avLst>
          </a:prstGeom>
          <a:solidFill>
            <a:srgbClr val="1E1E1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488" y="2194560"/>
            <a:ext cx="66842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normAutofit/>
          </a:bodyPr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class="movie-card"&gt;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class="movie-poster"&gt;🎬&lt;/div&gt;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&lt;h3&gt;Stranger Things&lt;/h3&gt;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class="stars" id="stars"&gt;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&lt;span class="star" data-index="1"&gt;★&lt;/span&gt;&lt;span class="star" data-index="2"&gt;★&lt;/span&gt;&lt;span class="star" data-index="3"&gt;★&lt;/span&gt;&lt;span class="star" data-index="4"&gt;★&lt;/span&gt;&lt;span class="star" data-index="5"&gt;★&lt;/span&gt;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 id="ratingText"&gt;Rate this show&lt;/p&gt;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4572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4864608"/>
            <a:ext cx="6903720" cy="1965960"/>
          </a:xfrm>
          <a:prstGeom prst="roundRect">
            <a:avLst>
              <a:gd name="adj" fmla="val 1860"/>
            </a:avLst>
          </a:prstGeom>
          <a:solidFill>
            <a:srgbClr val="1E1E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" y="4937760"/>
            <a:ext cx="66842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normAutofit/>
          </a:bodyPr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 margin:0; padding:0; box-sizing:border-box;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 font-family:'Segoe UI', Arial, sans-serif; background:#141414; display:flex; justify-content:center; align-items:center; height:100vh;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.movie-card { width:300px; background:#1f1f1f; border-radius:12px; padding:20px; text-align:center; color:#fff;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.movie-poster { height:160px; background:linear-gradient(135deg,#3b0a0a,#8b0000); border-radius:8px; display:flex; align-items:center; justify-content:center; font-size:60px; margin-bottom:14px;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.movie-card h3 { font-size:18px; margin-bottom:12px;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.stars { font-size:30px; letter-spacing:6px; margin-bottom:10px;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.star { color:#555; cursor:pointer; transition:color 0.15s ease;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.star.filled { color:#e50914; }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#ratingText { font-size:14px; color:#bbb; }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1828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 (page loads)</a:t>
            </a:r>
            <a:endParaRPr lang="en-US" sz="1200" dirty="0"/>
          </a:p>
        </p:txBody>
      </p:sp>
      <p:pic>
        <p:nvPicPr>
          <p:cNvPr id="14" name="Image 0" descr="/home/claude/shots/q5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9932" y="2121408"/>
            <a:ext cx="2093976" cy="219456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543800" y="43159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 (your JS working)</a:t>
            </a:r>
            <a:endParaRPr lang="en-US" sz="1200" dirty="0"/>
          </a:p>
        </p:txBody>
      </p:sp>
      <p:pic>
        <p:nvPicPr>
          <p:cNvPr id="16" name="Image 1" descr="/home/claude/shots/q5_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932" y="4636008"/>
            <a:ext cx="2093976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 🚀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91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all 5 script.js files, test them in the browser, then we'll review the solutions together.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2026-08-31T05:17:52Z</dcterms:created>
  <dcterms:modified xsi:type="dcterms:W3CDTF">2026-08-31T05:17:52Z</dcterms:modified>
</cp:coreProperties>
</file>