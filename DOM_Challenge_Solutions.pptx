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031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 MANIPULATION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9260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Key — script.js Solutions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DD2A7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10972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0972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📸  Instagram — Like Button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051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result:</a:t>
            </a:r>
            <a:endParaRPr lang="en-US" sz="1300" dirty="0"/>
          </a:p>
        </p:txBody>
      </p:sp>
      <p:pic>
        <p:nvPicPr>
          <p:cNvPr id="6" name="Image 0" descr="/home/claude/shots/q1_af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4460" y="1371600"/>
            <a:ext cx="1874520" cy="22494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65760" y="3803904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Clicking the heart should toggle it filled/outline and update the like count by 1.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72000" y="105156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D2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script.js  (solution)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0" y="1353312"/>
            <a:ext cx="7223760" cy="5120640"/>
          </a:xfrm>
          <a:prstGeom prst="roundRect">
            <a:avLst>
              <a:gd name="adj" fmla="val 893"/>
            </a:avLst>
          </a:prstGeom>
          <a:solidFill>
            <a:srgbClr val="1E1E1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736592" y="1463040"/>
            <a:ext cx="6894576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normAutofit/>
          </a:bodyPr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heart = document.getElementById("heart");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likesCount = document.getElementById("likesCount");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heart.addEventListener("click", function () {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isLiked = heart.classList.contains("liked");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count = parseInt(likesCount.textContent);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(!isLiked) {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heart.classList.add("liked");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heart.innerHTML = "&amp;#10084;";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 = count + 1;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else {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heart.classList.remove("liked");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heart.innerHTML = "&amp;#9825;";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 = count - 1;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likesCount.textContent = count + " likes";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10972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0972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🍛  Zomato — Add to Cart Stepper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051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result:</a:t>
            </a:r>
            <a:endParaRPr lang="en-US" sz="1300" dirty="0"/>
          </a:p>
        </p:txBody>
      </p:sp>
      <p:pic>
        <p:nvPicPr>
          <p:cNvPr id="6" name="Image 0" descr="/home/claude/shots/q2_af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4732" y="1371600"/>
            <a:ext cx="2093976" cy="21945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65760" y="374904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should turn into a −/+ stepper. +/− should change quantity and update the cart total. Qty 0 should bring ADD back.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72000" y="105156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3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script.js  (solution)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0" y="1353312"/>
            <a:ext cx="7223760" cy="5120640"/>
          </a:xfrm>
          <a:prstGeom prst="roundRect">
            <a:avLst>
              <a:gd name="adj" fmla="val 893"/>
            </a:avLst>
          </a:prstGeom>
          <a:solidFill>
            <a:srgbClr val="1E1E1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736592" y="1463040"/>
            <a:ext cx="6894576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normAutofit/>
          </a:bodyPr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addBtn = document.getElementById("addBtn");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stepper = document.getElementById("stepper");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decreaseBtn = document.getElementById("decreaseBtn");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increaseBtn = document.getElementById("increaseBtn");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qtyEl = document.getElementById("qty");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cartTotalEl = document.getElementById("cartTotal");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PRICE = 250;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cartTotal = 0;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updateCart() {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cartTotalEl.textContent = "₹" + cartTotal;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addBtn.addEventListener("click", function () {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addBtn.classList.add("hidden");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stepper.classList.remove("hidden");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qtyEl.textContent = "1";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cartTotal = cartTotal + PRICE;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updateCart();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increaseBtn.addEventListener("click", function () {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qty = parseInt(qtyEl.textContent);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qty = qty + 1;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qtyEl.textContent = qty;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cartTotal = cartTotal + PRICE;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updateCart();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decreaseBtn.addEventListener("click", function () {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qty = parseInt(qtyEl.textContent);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qty = qty - 1;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cartTotal = cartTotal - PRICE;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(qty === 0) {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stepper.classList.add("hidden");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addBtn.classList.remove("hidden");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else {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qtyEl.textContent = qty;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updateCart();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EBD6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10972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0972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👟  Amazon — Wishlist + Add to Cart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051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result:</a:t>
            </a:r>
            <a:endParaRPr lang="en-US" sz="1300" dirty="0"/>
          </a:p>
        </p:txBody>
      </p:sp>
      <p:pic>
        <p:nvPicPr>
          <p:cNvPr id="6" name="Image 0" descr="/home/claude/shots/q3_af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0452" y="1371600"/>
            <a:ext cx="2002536" cy="22860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65760" y="384048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icon should toggle wishlist state and update the navbar count. Add to Cart should change its own text, disable itself, and bump the cart badge.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72000" y="105156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E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script.js  (solution)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0" y="1353312"/>
            <a:ext cx="7223760" cy="5120640"/>
          </a:xfrm>
          <a:prstGeom prst="roundRect">
            <a:avLst>
              <a:gd name="adj" fmla="val 893"/>
            </a:avLst>
          </a:prstGeom>
          <a:solidFill>
            <a:srgbClr val="1E1E1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736592" y="1463040"/>
            <a:ext cx="6894576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normAutofit/>
          </a:bodyPr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wishlistIcon = document.getElementById("wishlistIcon");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wishCount = document.getElementById("wishCount");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addToCartBtn = document.getElementById("addToCartBtn");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cartCount = document.getElementById("cartCount");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wishlistIcon.addEventListener("click", function () {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wishlistIcon.classList.toggle("active");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(wishlistIcon.classList.contains("active")) {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wishlistIcon.innerHTML = "&amp;#10084;";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wishCount.textContent = parseInt(wishCount.textContent) + 1;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else {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wishlistIcon.innerHTML = "&amp;#9825;";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wishCount.textContent = parseInt(wishCount.textContent) - 1;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addToCartBtn.addEventListener("click", function () {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addToCartBtn.textContent = "Added ✓";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addToCartBtn.classList.add("added");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addToCartBtn.setAttribute("disabled", "true");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cartCount.textContent = parseInt(cartCount.textContent) + 1;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3D8B4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10972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0972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🚕  Ola — Dark Mode + Book Ride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051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result:</a:t>
            </a:r>
            <a:endParaRPr lang="en-US" sz="1300" dirty="0"/>
          </a:p>
        </p:txBody>
      </p:sp>
      <p:pic>
        <p:nvPicPr>
          <p:cNvPr id="6" name="Image 0" descr="/home/claude/shots/q4_af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728" y="1371600"/>
            <a:ext cx="2157984" cy="20116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65760" y="356616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button should toggle dark mode on card + page. Book Ride should disable itself, show a searching message, then confirm after a short delay.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72000" y="105156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8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script.js  (solution)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0" y="1353312"/>
            <a:ext cx="7223760" cy="5120640"/>
          </a:xfrm>
          <a:prstGeom prst="roundRect">
            <a:avLst>
              <a:gd name="adj" fmla="val 893"/>
            </a:avLst>
          </a:prstGeom>
          <a:solidFill>
            <a:srgbClr val="1E1E1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736592" y="1463040"/>
            <a:ext cx="6894576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normAutofit/>
          </a:bodyPr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themeBtn = document.getElementById("themeBtn");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rideCard = document.getElementById("rideCard");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bookBtn = document.getElementById("bookBtn");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status = document.getElementById("status");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themeBtn.addEventListener("click", function () {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document.body.classList.toggle("dark");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rideCard.classList.toggle("dark");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(rideCard.classList.contains("dark")) {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themeBtn.textContent = "☀️ Light Mode";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else {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themeBtn.textContent = "🌙 Dark Mode";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bookBtn.addEventListener("click", function () {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bookBtn.setAttribute("disabled", "true");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status.textContent = "🔍 Searching for a driver...";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setTimeout(function () {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status.textContent = "✅ Driver found! Arriving in 3 mins";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rideCard.classList.add("confirmed");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bookBtn.textContent = "Booked";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 1500);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10972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0972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🎬  Netflix — Star Rating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051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result:</a:t>
            </a:r>
            <a:endParaRPr lang="en-US" sz="1300" dirty="0"/>
          </a:p>
        </p:txBody>
      </p:sp>
      <p:pic>
        <p:nvPicPr>
          <p:cNvPr id="6" name="Image 0" descr="/home/claude/shots/q5_af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4732" y="1371600"/>
            <a:ext cx="2093976" cy="21945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65760" y="374904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Clicking a star should fill it and every star before it, clear the rest, and show 'You rated X/5'.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72000" y="105156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script.js  (solution)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0" y="1353312"/>
            <a:ext cx="7223760" cy="5120640"/>
          </a:xfrm>
          <a:prstGeom prst="roundRect">
            <a:avLst>
              <a:gd name="adj" fmla="val 893"/>
            </a:avLst>
          </a:prstGeom>
          <a:solidFill>
            <a:srgbClr val="1E1E1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736592" y="1463040"/>
            <a:ext cx="6894576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normAutofit/>
          </a:bodyPr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stars = document.querySelectorAll(".star");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ratingText = document.getElementById("ratingText");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stars.forEach(function (star) {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star.addEventListener("click", function () {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selectedIndex = parseInt(star.getAttribute("data-index"));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stars.forEach(function (s) {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const sIndex = parseInt(s.getAttribute("data-index"));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(sIndex &lt;= selectedIndex) {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s.classList.add("filled");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 else {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s.classList.remove("filled");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ratingText.textContent = "You rated " + selectedIndex + "/5";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3774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Work! 🎉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2918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your script.js with these solutions. Different approaches that reach the same AFTER state are equally correct.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2026-08-31T05:17:52Z</dcterms:created>
  <dcterms:modified xsi:type="dcterms:W3CDTF">2026-08-31T05:17:52Z</dcterms:modified>
</cp:coreProperties>
</file>